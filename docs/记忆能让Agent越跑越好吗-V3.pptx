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MEMORY · STRUCTURED EXTRACTION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600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记忆最佳实践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4871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结构化数据抽取场景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 Agent 从一次抽取中学习，并在下一份文档中抽得更完整？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85800" y="4133088"/>
            <a:ext cx="10149840" cy="1051560"/>
          </a:xfrm>
          <a:prstGeom prst="roundRect">
            <a:avLst>
              <a:gd name="adj" fmla="val 6957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33088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核心：把 Review 中发现的遗漏模式与处理策略，转化为可复用的 Memory。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5559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基于真实工业文档抽取实验 · AgentCore Harness + EPISODIC Memory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6419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结构化抽取真正难在哪里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难点不是生成合法 JSON，而是完整识别散落在不同载体中的“应该抽取的信息”。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49240" cy="3337560"/>
          </a:xfrm>
          <a:prstGeom prst="roundRect">
            <a:avLst>
              <a:gd name="adj" fmla="val 2192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真实输入：正文 + 表格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4983480" cy="2724912"/>
          </a:xfrm>
          <a:prstGeom prst="roundRect">
            <a:avLst>
              <a:gd name="adj" fmla="val 2685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764024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技术要求: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1. 所有尺寸单位为毫米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2. 未注公差按 GB/T 1804-m 级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3. 装配后转子应能灵活转动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序号 | 名称 | 数量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1 | 机座 | 1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2 | 前端盖 | 1 |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0488" y="1737360"/>
            <a:ext cx="5440680" cy="3337560"/>
          </a:xfrm>
          <a:prstGeom prst="roundRect">
            <a:avLst>
              <a:gd name="adj" fmla="val 2192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91656" y="1874520"/>
            <a:ext cx="5038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常见漏项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391656" y="2221992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模型通常先抓住数值参数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91656" y="2679192"/>
            <a:ext cx="5038344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正文参数容易被识别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可能被当成背景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附注与备注容易跳过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定性、流程、待确认要求不一定被视为指标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图片/OCR 内容存在不完整与冲突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2180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32180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真正的问题：Agent 如何知道自己漏了什么？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ROLE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应该在抽取回路中做什么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不是保存上一次答案，而是保存下一次任务可复用的抽取策略。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①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抽取草稿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当前文档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468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852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54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②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054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054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漏了什么？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754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138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0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③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340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可复用经验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340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形成策略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040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7424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26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④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7626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7626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session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26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9710928" y="2057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12096" y="219456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⑤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9912096" y="2542032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下一份文档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9912096" y="2999232"/>
            <a:ext cx="15179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复用经验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68096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容易漏什么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768096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表格、附注、流程要求、图片限制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4379976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81144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应该检查什么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81144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覆盖、遗漏、格式、粒度、冲突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93024" y="3749040"/>
            <a:ext cx="3438144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394192" y="388620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下次怎么做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8394192" y="4233672"/>
            <a:ext cx="30358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先扫章节与表格，再按 next_actions 修订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66928" y="546811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46811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的价值：复用 Review 得到的方法，而不是复读历史结果。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LEARNING SIGNALS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三种 Memory 学习信号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同样叫“反思”，输入信息不同，能学到的东西完全不同。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2024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1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6771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抽象自省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24912"/>
            <a:ext cx="302666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输入：只有模型输出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格式规则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通用拆分方式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字段完整性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盲点：不知道整段或整表被漏掉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79976" y="178308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81144" y="192024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2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581144" y="226771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 Self-review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81144" y="2724912"/>
            <a:ext cx="302666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输入：原文 + 内部草稿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漏段、漏表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重复与冲突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格式和粒度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图片/OCR 限制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193024" y="1783080"/>
            <a:ext cx="3438144" cy="3383280"/>
          </a:xfrm>
          <a:prstGeom prst="roundRect">
            <a:avLst>
              <a:gd name="adj" fmla="val 2162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94192" y="192024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3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394192" y="22677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 Review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94192" y="2724912"/>
            <a:ext cx="3035808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输入：原文 + 输出 + 规范/Reviewer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什么属于抽取目标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什么粒度算一条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业务口径与错误标准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是否有效，取决于 Review 的信息来源和结构。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FIRST ATTEMPT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尝试一：只看输出的抽象自省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最初的做法，是让模型从已经生成的抽取结果中总结通用规则。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真实反思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你是「抽取经验提炼器」。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给你一次抽取结果，总结可复用于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同类文档的抽取规则：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只讲规则，不讲具体数值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10 条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 Consolidation Prompt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把「现有规则集 + 本轮新规则」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合并成一份规范规则集：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去重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15 条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只输出最终规则集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8523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28523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问题埋在输入里：模型只能总结“已经抽出来的内容”。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WHAT IT LEARNED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抽象自省实际记住了什么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轮运行后，consolidation 形成一份包含 15 条规则的 canonical Memory。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1–5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设备主体识别：标题/首段的“容量+介质+设备类型”作为主体，全文统一。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整体性能归属：介质、容积、压力、温度、绝热等归“储罐整体”。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运输/交货独立：封存压力、气体、露点、封堵状态独立成条。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子系统/附件独立：增压器、安全装置、仪表、阀门、管口单独成部件。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多部件拆分：同句多个部件按部件拆分，保留完整原文。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34256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35424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6–10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35424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复合指标拆分：通径、压力、规格、数量、备注按指标分别成条。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指标名称规范：同义属性统一；检测拆成标准、比例、技术等级、合格级别。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 管口/接口规格：保留原格式、不换算；DN 与压力等级分别抽取。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 阀门/仪表清单：规格与数量分条，附加说明另生成备注。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 材料分层：内罐、外罐、管道、阀门材料分别成条。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01584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02752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11–15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302752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 检测标准完整：标准编号、比例、技术等级、合格级别齐全；RT/PT 分条。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 工艺/结构要求：防涡、液封、双阀、清洁度、焊接结构独立抽取。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 限值符号保留：≤、≥、不少于等原样保留，范围上下限完整。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 功能/描述要求：无数值文本完整保留，不替换为空值或泛化词。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 原文溯源：保留编号和标点；OCR 错误可修特征，但原文不改。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50468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" y="550468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 轮抽取：90 → 93 → 95 → 102 条　|　15 条规则　|　53 个唯一原文　|　1.92 条/原文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抽取错误其实有两类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先区分错误类型，才能判断应该由 Self-review 解决，还是需要规范/Reviewer。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源覆盖问题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定义：原文中出现了 X，但输出中没有 X。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没抽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漏掉某个章节或附注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重复记录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字段为空或格式错误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可通过：原文 + 草稿的结构化自审发现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81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B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83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任务边界问题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83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定义：模型不知道 X 也属于抽取目标。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流程与见证要求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报告与交付文件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待确认事项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什么粒度算一条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需要：任务规范、Reviewer 或人工反馈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50468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50468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Self-review 能发现“漏了什么”；规范/Reviewer 决定“什么应该抽”。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NEW DESIGN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新设计：两阶段结构化 Self-review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把隐藏在模型内部的自审，变成 session 中可观察、可执行、可被 Memory 提炼的 Artifact。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922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阶段一 Prompt（真实节选）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507492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94560"/>
            <a:ext cx="485546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先在内部形成完整抽取草稿，再审查草稿；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不要输出草稿。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"self_review": 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"coverage":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"omissions":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"format":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"granularity":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"next_actions": [...]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}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6236208" y="166420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7922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阶段二 Prompt（真实节选）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21408"/>
            <a:ext cx="502920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194560"/>
            <a:ext cx="480974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读取原始文档和 self_review。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 next_actions 重新完成抽取，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并逐项复核：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coverage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omissions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format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granularity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只输出最终五字段 JSON。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566928" y="565099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65099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关键变化：Review 有固定检查维度，并产出可执行的 next_actions。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MANAGED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如何形成托管 Memory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session 被异步提炼为 episode，再跨 episode 形成 actor-level reflection。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①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Session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 + self_review + 最终 JSON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8986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3101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112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②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5112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Episode Extraction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5112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 turn 分析行为与结果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6418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0533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544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③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2544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Consolidation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2544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session-level episode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3850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8796528" y="182880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997696" y="196596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④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8997696" y="2313432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Reflection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8997696" y="2770632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形成跨任务可复用策略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572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64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800" dirty="0"/>
          </a:p>
        </p:txBody>
      </p:sp>
      <p:sp>
        <p:nvSpPr>
          <p:cNvPr id="29" name="Text 26"/>
          <p:cNvSpPr/>
          <p:nvPr/>
        </p:nvSpPr>
        <p:spPr>
          <a:xfrm>
            <a:off x="1664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session-level episode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01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93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800" dirty="0"/>
          </a:p>
        </p:txBody>
      </p:sp>
      <p:sp>
        <p:nvSpPr>
          <p:cNvPr id="32" name="Text 29"/>
          <p:cNvSpPr/>
          <p:nvPr/>
        </p:nvSpPr>
        <p:spPr>
          <a:xfrm>
            <a:off x="5093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actor-level reflections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430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22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新 session</a:t>
            </a:r>
            <a:endParaRPr lang="en-US" sz="3800" dirty="0"/>
          </a:p>
        </p:txBody>
      </p:sp>
      <p:sp>
        <p:nvSpPr>
          <p:cNvPr id="35" name="Text 32"/>
          <p:cNvSpPr/>
          <p:nvPr/>
        </p:nvSpPr>
        <p:spPr>
          <a:xfrm>
            <a:off x="8522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目标任务自动召回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记住的是处理方法，而不是源文档中的具体字段值。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REAL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实际生成的 Memory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下面是 AgentCore 托管策略真实产出的 episode reflection 与 actor-level reflection。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3657600" cy="3931920"/>
          </a:xfrm>
          <a:prstGeom prst="roundRect">
            <a:avLst>
              <a:gd name="adj" fmla="val 20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01368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EPISODE REFLECTION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148840"/>
            <a:ext cx="3255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两阶段流程设计有效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32552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先输出 self_review 再执行修订，避免一次性处理复杂文档时遗漏问题。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 OCR 错误、章节跳号、重复表格和图片内容，分阶段结构化抽取是推荐模式。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不可完整提取的内容应显式说明限制。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453128" y="1664208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54296" y="1801368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ACTOR REFLECTION 1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654296" y="2148840"/>
            <a:ext cx="3118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Two-Phase Structured Extraction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54296" y="2606040"/>
            <a:ext cx="311810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1: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coverage / omissions / format / granularity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2: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execute next_actions systematically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保留原文用于追溯。</a:t>
            </a:r>
            <a:endParaRPr lang="en-US" sz="1280" dirty="0"/>
          </a:p>
        </p:txBody>
      </p:sp>
      <p:sp>
        <p:nvSpPr>
          <p:cNvPr id="16" name="Shape 13"/>
          <p:cNvSpPr/>
          <p:nvPr/>
        </p:nvSpPr>
        <p:spPr>
          <a:xfrm>
            <a:off x="8202168" y="1664208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03336" y="1801368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ACTOR REFLECTION 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403336" y="214884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Inline Annotation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03336" y="2606040"/>
            <a:ext cx="30266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 OCR 错误或表格冲突时：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不静默丢弃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保留原文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标记冲突值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文档级限制写入 __META__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CONTROLLED TEST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留出文档实验：目标端只改变 Memory 开关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源文档为 13 页液氮罐技术要求；目标文档为全新 session 的一页电机图纸。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27632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5564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目标抽取 Prompt（真实节选）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507492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57984"/>
            <a:ext cx="48554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根据用户文档抽取所有可识别的技术要求/参数。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每条输出：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设备主体 / 设备部件 / 指标名称 /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指标特征 / 原文。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先在内部自审覆盖、遗漏、格式和粒度，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再只输出最终合法 JSON。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36208" y="1627632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37376" y="1764792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控制变量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37376" y="211226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两组完全相同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37376" y="2569464"/>
            <a:ext cx="499262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同一测试文档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同一 invocation-level system prompt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claude-sonnet-4-6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temperature=0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maxTokens=32768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skills=[] · tools=[]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两组均使用全新 session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唯一变量：Harness Memory enabled / disabled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目标端不使用源文档答案，只自动召回 source actor 的托管 Memory。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REAL OUTPUT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同一份图纸，抽取关注点发生变化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两组都覆盖标题栏与技术要求；Memory 组进一步系统展开两张 BOM。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922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BOM 条目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507492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94560"/>
            <a:ext cx="48554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"机座",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"零件明细（表1-序号1）",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"数量：1；其他字段原文为「-」"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"壳体组件",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"组件明细（表2-序号1）",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"数量：1；其他字段原文为「-」"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36208" y="1664208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7922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 MEMORY · 技术要求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21408"/>
            <a:ext cx="502920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194560"/>
            <a:ext cx="4809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"整机",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"未注公差等级",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"GB/T 1804-m级"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"轴承",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"装配数量",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"2件"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]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481328" y="5138928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72768" y="528523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31 条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1572768" y="5943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首次运行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01968" y="5138928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93408" y="528523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 条</a:t>
            </a:r>
            <a:endParaRPr lang="en-US" sz="3800" dirty="0"/>
          </a:p>
        </p:txBody>
      </p:sp>
      <p:sp>
        <p:nvSpPr>
          <p:cNvPr id="21" name="Text 18"/>
          <p:cNvSpPr/>
          <p:nvPr/>
        </p:nvSpPr>
        <p:spPr>
          <a:xfrm>
            <a:off x="6693408" y="5943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 Memory 首次运行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为什么两种自省得到不同结果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Self-reflection 有用或没用，而是 Reflection 是否有可靠的检查对象。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64208"/>
          <a:ext cx="1106424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抽象自省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结构化 Self-review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输入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只有模型输出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+ 内部草稿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结构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自由总结规则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固定检查维度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 Memory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拆分与格式规则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覆盖、遗漏、表格、冲突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观察结果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6A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作用有限，可能过度拆分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明显扩大 BOM 覆盖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适合解决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部分格式与粒度问题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源覆盖与一致性问题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仍需外部信号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任务边界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任务边界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统一结论：源文本自审能改善覆盖；任务边界仍需要规范、Reviewer 或人工反馈。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BEST PRACTICES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结构化数据抽取的 Memory 最佳实践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Memory 设计成可验证的学习回路，而不是无限累积的历史上下文。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316736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必须看原文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1673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不要只对输出做抽象总结。</a:t>
            </a:r>
            <a:endParaRPr lang="en-US" sz="1170" dirty="0"/>
          </a:p>
        </p:txBody>
      </p:sp>
      <p:sp>
        <p:nvSpPr>
          <p:cNvPr id="12" name="Shape 9"/>
          <p:cNvSpPr/>
          <p:nvPr/>
        </p:nvSpPr>
        <p:spPr>
          <a:xfrm>
            <a:off x="623620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986016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输出结构化 Artifact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98601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coverage / omissions / format / granularity。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56692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2807208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316736" y="2752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建议必须可执行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31673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产出明确 next_actions。</a:t>
            </a:r>
            <a:endParaRPr lang="en-US" sz="1170" dirty="0"/>
          </a:p>
        </p:txBody>
      </p:sp>
      <p:sp>
        <p:nvSpPr>
          <p:cNvPr id="20" name="Shape 17"/>
          <p:cNvSpPr/>
          <p:nvPr/>
        </p:nvSpPr>
        <p:spPr>
          <a:xfrm>
            <a:off x="623620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0" y="2807208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986016" y="2752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区分两类问题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98601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源覆盖可自审；任务边界需要规范或 Reviewer。</a:t>
            </a:r>
            <a:endParaRPr lang="en-US" sz="1170" dirty="0"/>
          </a:p>
        </p:txBody>
      </p:sp>
      <p:sp>
        <p:nvSpPr>
          <p:cNvPr id="24" name="Shape 21"/>
          <p:cNvSpPr/>
          <p:nvPr/>
        </p:nvSpPr>
        <p:spPr>
          <a:xfrm>
            <a:off x="56692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31673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保存方法，不存答案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131673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应描述何时适用、检查什么、避免什么。</a:t>
            </a:r>
            <a:endParaRPr lang="en-US" sz="1170" dirty="0"/>
          </a:p>
        </p:txBody>
      </p:sp>
      <p:sp>
        <p:nvSpPr>
          <p:cNvPr id="28" name="Shape 25"/>
          <p:cNvSpPr/>
          <p:nvPr/>
        </p:nvSpPr>
        <p:spPr>
          <a:xfrm>
            <a:off x="623620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98601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 Episode 与 Reflection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98601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前者记录一次任务，后者沉淀跨任务方法。</a:t>
            </a:r>
            <a:endParaRPr lang="en-US" sz="1170" dirty="0"/>
          </a:p>
        </p:txBody>
      </p:sp>
      <p:sp>
        <p:nvSpPr>
          <p:cNvPr id="32" name="Shape 29"/>
          <p:cNvSpPr/>
          <p:nvPr/>
        </p:nvSpPr>
        <p:spPr>
          <a:xfrm>
            <a:off x="56692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1520" y="4873752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1316736" y="4818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控制召回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131673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 topK、清理噪声、避免长 episode 撑爆上下文。</a:t>
            </a:r>
            <a:endParaRPr lang="en-US" sz="1170" dirty="0"/>
          </a:p>
        </p:txBody>
      </p:sp>
      <p:sp>
        <p:nvSpPr>
          <p:cNvPr id="36" name="Shape 33"/>
          <p:cNvSpPr/>
          <p:nvPr/>
        </p:nvSpPr>
        <p:spPr>
          <a:xfrm>
            <a:off x="623620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0" y="4873752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6986016" y="4818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人工校准结果</a:t>
            </a:r>
            <a:endParaRPr lang="en-US" sz="1450" dirty="0"/>
          </a:p>
        </p:txBody>
      </p:sp>
      <p:sp>
        <p:nvSpPr>
          <p:cNvPr id="39" name="Text 36"/>
          <p:cNvSpPr/>
          <p:nvPr/>
        </p:nvSpPr>
        <p:spPr>
          <a:xfrm>
            <a:off x="698601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分别检查忠实性、完整性、粒度与过度抽取。</a:t>
            </a:r>
            <a:endParaRPr lang="en-US" sz="1170" dirty="0"/>
          </a:p>
        </p:txBody>
      </p:sp>
      <p:sp>
        <p:nvSpPr>
          <p:cNvPr id="40" name="Shape 37"/>
          <p:cNvSpPr/>
          <p:nvPr/>
        </p:nvSpPr>
        <p:spPr>
          <a:xfrm>
            <a:off x="1664208" y="5650992"/>
            <a:ext cx="8869680" cy="502920"/>
          </a:xfrm>
          <a:prstGeom prst="roundRect">
            <a:avLst>
              <a:gd name="adj" fmla="val 14545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920240" y="5650992"/>
            <a:ext cx="8357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的价值不是记住历史答案，而是复用经过 Review 得到的抽取策略。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mazon Emb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亚马逊云科技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记忆最佳实践</dc:title>
  <dc:subject>Agent memory best practices for structured data extraction</dc:subject>
  <dc:creator>Amazon Web Services</dc:creator>
  <cp:lastModifiedBy>Amazon Web Services</cp:lastModifiedBy>
  <cp:revision>1</cp:revision>
  <dcterms:created xsi:type="dcterms:W3CDTF">2026-09-11T14:25:49Z</dcterms:created>
  <dcterms:modified xsi:type="dcterms:W3CDTF">2026-09-11T14:25:49Z</dcterms:modified>
</cp:coreProperties>
</file>