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ef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AGENTCORE MEMORY · 诚实实验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58368" y="1645920"/>
            <a:ext cx="10789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记忆能让 AI Agent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越跑越好吗？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3337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在工业技术文档抽取任务上，用单变量实验验证「长期记忆是否带来自学习」——并给出记忆使用的最佳实践。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85800" y="3977640"/>
            <a:ext cx="10149840" cy="1234440"/>
          </a:xfrm>
          <a:prstGeom prst="roundRect">
            <a:avLst>
              <a:gd name="adj" fmla="val 6667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977640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能。就算没人干预，记忆也能靠对照原文的自我批评学到一些；但真正的飞跃，需要回路里有一个判定源（判定对错 / 该抽什么的外部权威）。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42B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记忆是好的载体，不是好的老师。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96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复现自 AWS 博客《Self-learning evolvable agents … with AgentCore》 · us-west-2 · 场景：低温液氮储罐技术要求抽取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C7E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亚马逊云科技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ef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0720" y="38404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WHY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66928" y="3657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一个所有做 Agent 的人都会问的问题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agent 加长期记忆，它会不会「越用越聪明」？用可测量的方式回答，并给出最佳实践。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828800"/>
            <a:ext cx="3401568" cy="1828800"/>
          </a:xfrm>
          <a:prstGeom prst="roundRect">
            <a:avLst>
              <a:gd name="adj" fmla="val 4500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197510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直觉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8096" y="2286000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 = 自学习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68096" y="2688336"/>
            <a:ext cx="29992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把过去经验记下、下次复用，agent 应该越跑越好。几乎所有人的默认假设。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14800" y="1828800"/>
            <a:ext cx="3401568" cy="1828800"/>
          </a:xfrm>
          <a:prstGeom prst="roundRect">
            <a:avLst>
              <a:gd name="adj" fmla="val 4500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15968" y="197510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现实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15968" y="2286000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没那么简单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4315968" y="2688336"/>
            <a:ext cx="29992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第一版「看起来」验证了直觉——但那是评分 bug 的假象。修正后增益消失。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662672" y="1828800"/>
            <a:ext cx="3401568" cy="1828800"/>
          </a:xfrm>
          <a:prstGeom prst="roundRect">
            <a:avLst>
              <a:gd name="adj" fmla="val 4500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63840" y="197510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A3D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真相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863840" y="2286000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关键在存什么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7863840" y="2688336"/>
            <a:ext cx="29992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记忆能变好多少，取决于往里存什么；而能存到「该抽什么」这类关键反馈，取决于有没有判定源。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66928" y="397764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0B122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" y="3977640"/>
            <a:ext cx="10698480" cy="1554480"/>
          </a:xfrm>
          <a:prstGeom prst="rect">
            <a:avLst/>
          </a:prstGeom>
          <a:noFill/>
          <a:ln/>
        </p:spPr>
        <p:txBody>
          <a:bodyPr wrap="square" lIns="101600" tIns="203200" rIns="203200" bIns="10160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主线：记忆机制是好的。没判定源时，靠对照原文的自我批评它也能救回一部分漏项（无标准答案也救回 4–10 条）；但只做抽象自省，够不着「该抽什么」这类关键问题。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2B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一旦存进判定源质量的反馈，同一套机制立刻突飞猛进（探针 1/7 → 7/7）。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6692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7E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亚马逊云科技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6A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ef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0720" y="38404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SETUP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66928" y="3657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单变量实验：唯一变量 = 记忆开 / 关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13 页中文工业文档抽 设备主体·部件·指标名称·指标特征·原文，对比人工标注的标准答案（123 条）。其余全一样，只切记忆。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" y="1920240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1C2740"/>
          </a:solidFill>
          <a:ln w="12700">
            <a:solidFill>
              <a:srgbClr val="2E3B5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工业文档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(13页)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441448" y="1920240"/>
            <a:ext cx="347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788920" y="1920240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1C2740"/>
          </a:solidFill>
          <a:ln w="12700">
            <a:solidFill>
              <a:srgbClr val="2E3B5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(AgentCore Harness)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63440" y="1920240"/>
            <a:ext cx="347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010912" y="1920240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1C2740"/>
          </a:solidFill>
          <a:ln w="12700">
            <a:solidFill>
              <a:srgbClr val="2E3B5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 JSON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85432" y="1920240"/>
            <a:ext cx="347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232904" y="1920240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1C2740"/>
          </a:solidFill>
          <a:ln w="12700">
            <a:solidFill>
              <a:srgbClr val="2E3B5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裁判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对比标准答案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07424" y="1920240"/>
            <a:ext cx="347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454896" y="1920240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1C2740"/>
          </a:solidFill>
          <a:ln w="12700">
            <a:solidFill>
              <a:srgbClr val="2E3B5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覆盖率/精确率/F1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480560" y="283464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2A2418"/>
          </a:solidFill>
          <a:ln w="12700">
            <a:solidFill>
              <a:srgbClr val="FF6A3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　开 or 关　←　唯一变量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6928" y="3703320"/>
            <a:ext cx="2651760" cy="1783080"/>
          </a:xfrm>
          <a:prstGeom prst="roundRect">
            <a:avLst>
              <a:gd name="adj" fmla="val 4615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8096" y="38496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指标①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68096" y="41605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覆盖率(召回)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768096" y="4562856"/>
            <a:ext cx="224942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抽出的覆盖了多少标准答案。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328416" y="3703320"/>
            <a:ext cx="2651760" cy="1783080"/>
          </a:xfrm>
          <a:prstGeom prst="roundRect">
            <a:avLst>
              <a:gd name="adj" fmla="val 4615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29584" y="38496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指标②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529584" y="41605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精确率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3529584" y="4562856"/>
            <a:ext cx="224942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抽出的里多少对，惩罚乱抽 / 过度拆分。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089904" y="3703320"/>
            <a:ext cx="2651760" cy="1783080"/>
          </a:xfrm>
          <a:prstGeom prst="roundRect">
            <a:avLst>
              <a:gd name="adj" fmla="val 4615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91072" y="38496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指标③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291072" y="41605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6291072" y="4562856"/>
            <a:ext cx="224942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前两者调和平均，综合看。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851392" y="3703320"/>
            <a:ext cx="2779776" cy="1783080"/>
          </a:xfrm>
          <a:prstGeom prst="roundRect">
            <a:avLst>
              <a:gd name="adj" fmla="val 4615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052560" y="384962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A3D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诊断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052560" y="4160520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真召回失败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9052560" y="4562856"/>
            <a:ext cx="2377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某条标准答案与任何抽取项零重叠 = 根本没抽出来。全篇关键。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6692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7E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亚马逊云科技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6A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ef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0720" y="38404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ROADMAP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66928" y="3657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我们分四步查下去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有了「记忆开 / 关」这个单变量设置，下面每一步都由上一步的结果逼出来——先破后立：先弄清它为什么没用，再弄清怎么才有用。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2286000"/>
            <a:ext cx="2651760" cy="1920240"/>
          </a:xfrm>
          <a:prstGeom prst="roundRect">
            <a:avLst>
              <a:gd name="adj" fmla="val 4286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2432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第 1 步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8096" y="27432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先验尺子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68096" y="3145536"/>
            <a:ext cx="22494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第一版"看起来有效"——但真的吗？先怀疑度量本身。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8096" y="38221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96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见「第一版骗了我们」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28416" y="2286000"/>
            <a:ext cx="2651760" cy="1920240"/>
          </a:xfrm>
          <a:prstGeom prst="roundRect">
            <a:avLst>
              <a:gd name="adj" fmla="val 4286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29584" y="2432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第 2 步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529584" y="27432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诊断漏了什么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3529584" y="3145536"/>
            <a:ext cx="22494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打平之后不急着下结论，先看漏抽有没有规律。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529584" y="38221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96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见「为什么没用」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89904" y="2286000"/>
            <a:ext cx="2651760" cy="1920240"/>
          </a:xfrm>
          <a:prstGeom prst="roundRect">
            <a:avLst>
              <a:gd name="adj" fmla="val 4286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91072" y="2432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A3D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第 3 步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91072" y="27432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三个实验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6291072" y="3145536"/>
            <a:ext cx="22494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改提示词 · C 反馈写进记忆 · B 对照。锁定因果。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91072" y="38221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96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本文的核心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851392" y="2286000"/>
            <a:ext cx="2779776" cy="1920240"/>
          </a:xfrm>
          <a:prstGeom prst="roundRect">
            <a:avLst>
              <a:gd name="adj" fmla="val 4286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052560" y="243230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第 4 步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052560" y="2743200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收束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9052560" y="314553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提炼「判定源」这个关键概念，给出记忆使用最佳实践。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052560" y="382219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96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见「最佳实践」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66928" y="452628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0B122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2648" y="4526280"/>
            <a:ext cx="10698480" cy="914400"/>
          </a:xfrm>
          <a:prstGeom prst="rect">
            <a:avLst/>
          </a:prstGeom>
          <a:noFill/>
          <a:ln/>
        </p:spPr>
        <p:txBody>
          <a:bodyPr wrap="square" lIns="101600" tIns="203200" rIns="203200" bIns="10160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42B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全文只回答一个问题：记忆能不能让 agent 越跑越好？答案藏在"记忆里到底存什么"里。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66928" y="61447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496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三个实验共用同一抽取器与评分，唯一变量是记忆内容——单变量可比。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6692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7E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亚马逊云科技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6A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ef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0720" y="38404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PITFALL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66928" y="3657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覆盖率「越跑越高」——其实是假象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第一轮带记忆的覆盖率 0.82→0.87，像自学习曲线。幸好多问了一句：这把尺子准吗？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87452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35181C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20208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问题一 · 评分 bug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8096" y="23317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裁判会重复计分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68096" y="2734056"/>
            <a:ext cx="49926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分块打分缺全局约束，同一抽取项被重复算去匹配多条标准答案，系统性高估覆盖率。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铁证：某次只抽 91 条，却报匹配 94 条——94&gt;91 一对一不可能。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36208" y="187452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35181C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37376" y="20208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问题二 · 对比混淆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37376" y="23317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比的不是同一个东西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437376" y="2734056"/>
            <a:ext cx="49926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那个「好」的记忆模式偷偷用了更强的抽取器，还没冷启动。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它冷启动（记忆还空着）就已领先——领先跟记忆无关。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66928" y="434340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0B122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" y="4343400"/>
            <a:ext cx="10698480" cy="1051560"/>
          </a:xfrm>
          <a:prstGeom prst="rect">
            <a:avLst/>
          </a:prstGeom>
          <a:noFill/>
          <a:ln/>
        </p:spPr>
        <p:txBody>
          <a:bodyPr wrap="square" lIns="101600" tIns="203200" rIns="203200" bIns="10160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修好评分 + 拉平变量 + 冷启动重跑后：记忆增益消失。</a:t>
            </a:r>
            <a:endParaRPr lang="en-US" sz="15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教训一：先怀疑自己的尺子——没校准的乐观结果，比没有结果更危险。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56692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7E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亚马逊云科技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6A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ef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0720" y="38404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DIAGNOSIS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66928" y="3657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不下「记忆无效」的结论，先做错误分析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把漏抽的标准答案全捞出来分类：约 3/4 是「真召回失败」——根本没抽出来。这些漏项高度同质。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87452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20208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漏项长什么样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8096" y="23317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都不是「指标+数值」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68096" y="2734056"/>
            <a:ext cx="49926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外观颜色及喷涂 LOGO 须与甲方确认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真空度测量报告 / 真空度测量要求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外部油漆等工序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承制单位细化设计…提供全套地脚螺栓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全是离散文字式、流程式、待确认类要求。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36208" y="187452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37376" y="20208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A3D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根因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37376" y="23317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让模型「以为不该抽」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437376" y="2734056"/>
            <a:ext cx="49926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schema 天生面向定量指标。模型看到没有数值、只有要求的话，就默认「这不是一条指标」直接跳过。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漏的不是模型能力，是它以为这些不该抽。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66928" y="448056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0B122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" y="4480560"/>
            <a:ext cx="10698480" cy="960120"/>
          </a:xfrm>
          <a:prstGeom prst="rect">
            <a:avLst/>
          </a:prstGeom>
          <a:noFill/>
          <a:ln/>
        </p:spPr>
        <p:txBody>
          <a:bodyPr wrap="square" lIns="101600" tIns="203200" rIns="203200" bIns="10160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教训二：「没效果」往往不是终点，而是一个还没做的错误分析。不做归因，就会把「任务定义问题」误判成「方法无效」。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6692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7E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亚马逊云科技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6A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ef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0720" y="38404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EXPERIMENT · 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66928" y="3657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教训写进提示词 —— 有效，但用到了标准答案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只显式加：非定量要求也要抽，「要求类型」放指标名称、「要求内容」放指标特征。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2560320"/>
                <a:gridCol w="2560320"/>
                <a:gridCol w="2560320"/>
              </a:tblGrid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　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真召回失败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离散文字探针 (命中/共7)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E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基线（无此提示）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0.642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6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/ 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加了提示词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0.715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E5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E5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/ 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1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66928" y="288036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68096" y="302666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为什么真召回失败崩到 1、覆盖率只 +0.07？—— 两把尺量两件事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68096" y="3337560"/>
            <a:ext cx="106619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真召回失败=松尺（有没有"沾边"抽到）→ 模型开始抽离散文字类，几乎每条都沾边，近乎归零；覆盖率=严尺（裁判一对一干净对齐）→ 受"粒度对不齐 + 多抽拉低精确率(0.70)"限制。即已从"整类视而不见"→"基本抽到、只是粒度没对齐"，+0.07 低估了真实进步。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66928" y="429768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12331F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68096" y="44439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00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结果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68096" y="4754880"/>
            <a:ext cx="49926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证明是任务定义问题，改得动——不是方法无效。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36208" y="429768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37376" y="44439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A3D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真正该问的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37376" y="4754880"/>
            <a:ext cx="49926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现实里反馈不缺（人类纠正 / 大模型对比标准答案）。这种反馈被记忆捕获后，实际有效吗？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6692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7E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亚马逊云科技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6A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ef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0720" y="38404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EXPERIMENT · C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66928" y="3657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大模型对比标准答案产出反馈 → 写进记忆 —— 有效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让大模型对比「抽取结果」与「标准答案」产出可迁移反馈（规则性指引，不照抄答案），写进记忆，基线提示词重抽。标准答案只进检查器，不进抽取器。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" y="2194560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1C2740"/>
          </a:solidFill>
          <a:ln w="12700">
            <a:solidFill>
              <a:srgbClr val="2E3B5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基线抽取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441448" y="2194560"/>
            <a:ext cx="347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761488" y="2194560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1C2740"/>
          </a:solidFill>
          <a:ln w="12700">
            <a:solidFill>
              <a:srgbClr val="42B4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2B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大模型检查器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2B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对比标准答案产反馈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36008" y="2194560"/>
            <a:ext cx="347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956048" y="2194560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2A2418"/>
          </a:solidFill>
          <a:ln w="12700">
            <a:solidFill>
              <a:srgbClr val="FF6A3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写进记忆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30568" y="2194560"/>
            <a:ext cx="347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150608" y="2194560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1C2740"/>
          </a:solidFill>
          <a:ln w="12700">
            <a:solidFill>
              <a:srgbClr val="2E3B5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 · 重抽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025128" y="2194560"/>
            <a:ext cx="347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345168" y="2194560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12331F"/>
          </a:solidFill>
          <a:ln w="12700">
            <a:solidFill>
              <a:srgbClr val="00E5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探针 7/7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200400"/>
          <a:ext cx="11064240" cy="914400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　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精确率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真召回失败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离散文字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E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0.642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/ 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大模型反馈写进记忆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E5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0.813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0.813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E5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0.813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E5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/ 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1F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566928" y="434340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0B122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12648" y="4343400"/>
            <a:ext cx="10698480" cy="1097280"/>
          </a:xfrm>
          <a:prstGeom prst="rect">
            <a:avLst/>
          </a:prstGeom>
          <a:noFill/>
          <a:ln/>
        </p:spPr>
        <p:txBody>
          <a:bodyPr wrap="square" lIns="101600" tIns="203200" rIns="203200" bIns="10160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这正是真实回路的缩影：大模型（或人类）对比目标给反馈 → 记忆捕获 → 下一次直接受益。目前最好的一次。</a:t>
            </a:r>
            <a:endParaRPr lang="en-US" sz="14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496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两种实例结论一致：交互式 F1 0.813、自动检查器脚本 cov 0.789 / F1 0.833 / 探针 6/7。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56692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7E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亚马逊云科技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6A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ef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0720" y="38404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EXPERIMENT · B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66928" y="3657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换成「记忆自省」、没有反馈 —— 学不到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为确认增益来自反馈内容、而非「塞了更多字」：让模型反思自己的输出、蒸馏成规则（全程无标准答案、无反馈）。这正是我们最初的记忆设计。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219456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35181C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23408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实验 B · 无判定源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8096" y="265176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探针纹丝不动，钉死 1 / 7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68096" y="3054096"/>
            <a:ext cx="4992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模型只看自己的产出，没有信号告诉它「离散文字类也算数」。蒸馏出的只是通用文风规则（"复合指标要拆分"），碰不到真问题，还因过度拆分帮倒忙。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36208" y="219456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37376" y="23408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决定性对照 · 同机制只变内容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37376" y="274320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6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自省规则（无判定源）　→　探针 1 / 7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E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大模型反馈（有判定源）　→　探针 7 / 7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注入路径完全相同（都是记忆），唯一差别是内容质量。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66928" y="434340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0B122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" y="4343400"/>
            <a:ext cx="10698480" cy="1097280"/>
          </a:xfrm>
          <a:prstGeom prst="rect">
            <a:avLst/>
          </a:prstGeom>
          <a:noFill/>
          <a:ln/>
        </p:spPr>
        <p:txBody>
          <a:bodyPr wrap="square" lIns="101600" tIns="203200" rIns="203200" bIns="10160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因果锁定：记忆的注入机制一直是好的。之前记忆在这条教训上没起作用，是因为「无判定源自省」够不着「该抽什么」——它产出的是通用文风规则；换成判定源质量的反馈，记忆一把兑现全部增益。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6692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7E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亚马逊云科技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6A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ef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0720" y="38404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KEY CONCEPT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66928" y="3657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什么是判定源，为什么是它说了算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判定源 = 能告诉 agent「对不对 / 该抽什么」的外部权威。核心：它提供的信息，从输入本身推不出来，必须外部给。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65960"/>
          <a:ext cx="5943600" cy="2148840"/>
        </p:xfrm>
        <a:graphic>
          <a:graphicData uri="http://schemas.openxmlformats.org/drawingml/2006/table">
            <a:tbl>
              <a:tblPr/>
              <a:tblGrid>
                <a:gridCol w="2971800"/>
                <a:gridCol w="297180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判定源形式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告诉 agent 什么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E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标准答案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这篇「应该」抽出哪些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人类反馈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「这类也要抽」/「这条错了」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大模型对比标准答案 / 规范检查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按规范判对错、漏了哪类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下游验证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参数拿去用报错 → 抽错了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693408" y="1965960"/>
            <a:ext cx="4937760" cy="1024128"/>
          </a:xfrm>
          <a:prstGeom prst="roundRect">
            <a:avLst>
              <a:gd name="adj" fmla="val 8036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94576" y="21122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A3D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任务规格类教训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894576" y="2423160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该抽什么 / 粒度 / 什么算一条——必须判定源。从「文档+自己输出」推不出。本实验决定成败的就是这类。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693408" y="3090672"/>
            <a:ext cx="4937760" cy="1024128"/>
          </a:xfrm>
          <a:prstGeom prst="roundRect">
            <a:avLst>
              <a:gd name="adj" fmla="val 8036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94576" y="32369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源覆盖 / 一致性类教训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894576" y="3547872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漏了原文里的 X / 重复 / 格式错——对照原文即可，无判定源也能学一点（天花板低）。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66928" y="434340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0B122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12648" y="4343400"/>
            <a:ext cx="10698480" cy="868680"/>
          </a:xfrm>
          <a:prstGeom prst="rect">
            <a:avLst/>
          </a:prstGeom>
          <a:noFill/>
          <a:ln/>
        </p:spPr>
        <p:txBody>
          <a:bodyPr wrap="square" lIns="101600" tIns="203200" rIns="203200" bIns="10160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2B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记忆不产生新知识，它只搬运。搬运什么，取决于回路里的判定源。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66928" y="61447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496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标准答案只是其中一种；后三种在真实系统里很常见。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6692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7E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亚马逊云科技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6A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ef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0720" y="38404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MEMORY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66928" y="3657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坏记忆 vs 好记忆：内容差在哪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同样是写进记忆的文本，一个学不到、一个全学会——差别一眼可见。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87452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19933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A3D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实验B · 自省产出（15 条节选）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8096" y="2304288"/>
            <a:ext cx="4983480" cy="1005840"/>
          </a:xfrm>
          <a:prstGeom prst="roundRect">
            <a:avLst>
              <a:gd name="adj" fmla="val 8182"/>
            </a:avLst>
          </a:prstGeom>
          <a:solidFill>
            <a:srgbClr val="0B122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" y="2304288"/>
            <a:ext cx="4800600" cy="1005840"/>
          </a:xfrm>
          <a:prstGeom prst="rect">
            <a:avLst/>
          </a:prstGeom>
          <a:noFill/>
          <a:ln/>
        </p:spPr>
        <p:txBody>
          <a:bodyPr wrap="square" lIns="101600" tIns="152400" rIns="152400" bIns="1016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5. 多部件拆分规则：按部件逐条拆分…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6. 复合指标拆分规则：按指标逐条拆分…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9. 阀门 / 仪表：规格与数量各一条…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68096" y="336499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全是通用文风 / 粒度规则，没一条说「该抽离散文字类」——它不知道自己漏了这类。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36208" y="187452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37376" y="19933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00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实验C · 对比标准答案的反馈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37376" y="2304288"/>
            <a:ext cx="4983480" cy="123444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83096" y="2304288"/>
            <a:ext cx="4800600" cy="1234440"/>
          </a:xfrm>
          <a:prstGeom prst="rect">
            <a:avLst/>
          </a:prstGeom>
          <a:noFill/>
          <a:ln/>
        </p:spPr>
        <p:txBody>
          <a:bodyPr wrap="square" lIns="101600" tIns="152400" rIns="152400" bIns="1016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【质检反馈·务必逐条应用】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1. 非定量要求也要抽 → 映射进字段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2. 覆盖易漏类别：真空度 / 无损检测 /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   环境 / 受压 / 阀门 / 管口 / 材料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3. 粒度对齐：默认一原文一记录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37376" y="36118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指名了漏抽的类别——这是标准答案才能给的信号。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66928" y="429768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0B122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" y="4297680"/>
            <a:ext cx="10698480" cy="1005840"/>
          </a:xfrm>
          <a:prstGeom prst="rect">
            <a:avLst/>
          </a:prstGeom>
          <a:noFill/>
          <a:ln/>
        </p:spPr>
        <p:txBody>
          <a:bodyPr wrap="square" lIns="101600" tIns="203200" rIns="203200" bIns="10160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 类型：用 AgentCore 自定义记忆当事件存储（create_event 写 / list_events 精确即时读，不走异步策略），存在固定分区 canon-{actorId}，注入时逐字拼进 system prompt。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66928" y="61447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496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真实导出自 us-west-2。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6692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7E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亚马逊云科技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6A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ef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0720" y="38404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PROMPTS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66928" y="3657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「教训」和「检查器」的真实提示词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抽象说了半天，直接看真东西：写进提示词的那条教训（含真实示例），以及产出它的检查器。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874520"/>
            <a:ext cx="5394960" cy="2377440"/>
          </a:xfrm>
          <a:prstGeom prst="roundRect">
            <a:avLst>
              <a:gd name="adj" fmla="val 3462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19933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A3D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实验 A：写进提示词的「教训」（真实原文·节选）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8096" y="2304288"/>
            <a:ext cx="4983480" cy="1783080"/>
          </a:xfrm>
          <a:prstGeom prst="roundRect">
            <a:avLst>
              <a:gd name="adj" fmla="val 4615"/>
            </a:avLst>
          </a:prstGeom>
          <a:solidFill>
            <a:srgbClr val="0B122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" y="2304288"/>
            <a:ext cx="4800600" cy="1783080"/>
          </a:xfrm>
          <a:prstGeom prst="rect">
            <a:avLst/>
          </a:prstGeom>
          <a:noFill/>
          <a:ln/>
        </p:spPr>
        <p:txBody>
          <a:bodyPr wrap="square" lIns="101600" tIns="152400" rIns="152400" bIns="1016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非定量要求也要抽：定性 / 流程 / 待确认类，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「要求类型」→指标名称、「要求内容」→指标特征。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示例（真实漏项）：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外观颜色须与甲方确认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  → 名称=外观颜色确认；特征=须与甲方确认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真空度测量报告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  → 名称=真空度测量；特征=需测量并提供报告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36208" y="1874520"/>
            <a:ext cx="5394960" cy="2377440"/>
          </a:xfrm>
          <a:prstGeom prst="roundRect">
            <a:avLst>
              <a:gd name="adj" fmla="val 3462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37376" y="19933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00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产出它的「检查器」提示词（实验C）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37376" y="2304288"/>
            <a:ext cx="4983480" cy="1554480"/>
          </a:xfrm>
          <a:prstGeom prst="roundRect">
            <a:avLst>
              <a:gd name="adj" fmla="val 5294"/>
            </a:avLst>
          </a:prstGeom>
          <a:solidFill>
            <a:srgbClr val="0B122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83096" y="2304288"/>
            <a:ext cx="4800600" cy="1554480"/>
          </a:xfrm>
          <a:prstGeom prst="rect">
            <a:avLst/>
          </a:prstGeom>
          <a:noFill/>
          <a:ln/>
        </p:spPr>
        <p:txBody>
          <a:bodyPr wrap="square" lIns="101600" tIns="152400" rIns="152400" bIns="1016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你是抽取质检专家。给你【抽取结果】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和【标准答案】。对比两者，产出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可迁移改进反馈（≤10 条）：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 ① 系统性漏抽的类别；② 粒度问题；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 ③ 规则性纠正指引。不要照抄答案。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448056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0B122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" y="4480560"/>
            <a:ext cx="10698480" cy="960120"/>
          </a:xfrm>
          <a:prstGeom prst="rect">
            <a:avLst/>
          </a:prstGeom>
          <a:noFill/>
          <a:ln/>
        </p:spPr>
        <p:txBody>
          <a:bodyPr wrap="square" lIns="101600" tIns="203200" rIns="203200" bIns="10160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输入里有标准答案 ← 它才能指出"漏了哪类"。这是与实验 B 自省（无标准答案）的唯一关键差别。完整全文见 blog 附录 D。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6692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7E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亚马逊云科技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6A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ef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0720" y="38404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BEST PRACTICE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66928" y="3657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怎么用记忆，才能真的越跑越好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记忆负责「捕获并复用」反馈，反馈本身必须由判定源提供。落到工程上四条。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96596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2596896"/>
            <a:ext cx="475488" cy="475488"/>
          </a:xfrm>
          <a:prstGeom prst="ellipse">
            <a:avLst/>
          </a:prstGeom>
          <a:solidFill>
            <a:srgbClr val="0073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435608" y="211226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先确保回路里有判定源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35608" y="2441448"/>
            <a:ext cx="43891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没有「对错/目标」的外部信号，记忆再多也原地打转。判定源不必是完整标准答案——一次人类纠正、少量标注、带 rubric 的裁判都行。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36208" y="196596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37376" y="2596896"/>
            <a:ext cx="475488" cy="475488"/>
          </a:xfrm>
          <a:prstGeom prst="ellipse">
            <a:avLst/>
          </a:prstGeom>
          <a:solidFill>
            <a:srgbClr val="0073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104888" y="211226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存「具体批评」，别存「抽象规则」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104888" y="2441448"/>
            <a:ext cx="43891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「你漏了真空度测量这一段」有用；「复合指标要拆分」空洞，还诱发过度拆分反噬。记忆要对照答案/原文，指名道姓。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66928" y="38862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" y="4517136"/>
            <a:ext cx="475488" cy="475488"/>
          </a:xfrm>
          <a:prstGeom prst="ellipse">
            <a:avLst/>
          </a:prstGeom>
          <a:solidFill>
            <a:srgbClr val="0073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435608" y="403250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判定源可以只用一次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35608" y="4361688"/>
            <a:ext cx="43891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用少量标准答案做一次错误分析，把结论沉淀成可复用记忆，之后无标注地跑。用少量监督撬动长期收益，最划算。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236208" y="38862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37376" y="4517136"/>
            <a:ext cx="475488" cy="475488"/>
          </a:xfrm>
          <a:prstGeom prst="ellipse">
            <a:avLst/>
          </a:prstGeom>
          <a:solidFill>
            <a:srgbClr val="FF6A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7104888" y="403250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分清想学哪类教训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104888" y="4361688"/>
            <a:ext cx="43891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任务规格类必须判定源；源覆盖 / 一致性类对照原文即可，无判定源也能学一点（天花板低）。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66928" y="61447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496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记忆是好的载体，不是好的老师。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6692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7E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亚马逊云科技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6A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ef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0720" y="38404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DATA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66928" y="3657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四种回路放同一把尺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看离散文字探针这一列就够——它是任务规格类教训的探针：只有引入判定源才从 1/7 跳到 7/7。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64240" cy="2286000"/>
        </p:xfrm>
        <a:graphic>
          <a:graphicData uri="http://schemas.openxmlformats.org/drawingml/2006/table">
            <a:tbl>
              <a:tblPr/>
              <a:tblGrid>
                <a:gridCol w="2651760"/>
                <a:gridCol w="2103120"/>
                <a:gridCol w="1188720"/>
                <a:gridCol w="1188720"/>
                <a:gridCol w="100584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教训来源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教训放哪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真召回失败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离散文字探针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E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基线（无记忆）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0.642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1/7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自省记忆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自省·无判定源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0.561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18*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6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1/7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18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提示词优化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对比标准答案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提示词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0.715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0.707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7/7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大模型反馈记忆·交互式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对比标准答案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E5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0.813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E5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0.813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E5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7/7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1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大模型反馈记忆·自动脚本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对比标准答案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E5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0.789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E5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0.833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E5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6/7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1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66928" y="4224528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68096" y="43708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读法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68096" y="4681728"/>
            <a:ext cx="49926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*自省记忆真召回失败=18 低于基线 27 是过度拆分噪声；探针 1/7 才是真相——真正该学的一条没学会。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36208" y="4224528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37376" y="43708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00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一句话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437376" y="4681728"/>
            <a:ext cx="49926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同一记忆机制，把内容从「无判定源自省」换成「有判定源反馈」，探针 1/7 → 7/7。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66928" y="61447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496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/ 脚本见仓库 dashjim/agentcore-memory-loop（db 已 gitignore）。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6692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7E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亚马逊云科技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6A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ef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0720" y="38404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LIMITS &amp; TAKEAWAY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66928" y="3657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能说什么，不能说什么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结论方向可信，但边界要讲清——这也是「诚实实验」的一部分。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92024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12331F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20665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00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能说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8096" y="2377440"/>
            <a:ext cx="499262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记忆注入机制有效（实验 C 证明）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瓶颈是记忆内容质量，取决于判定源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用标准答案 / 人类 / 大模型反馈都能兑现增益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提示词 / schema 是漏抽的真因，改得动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36208" y="192024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37376" y="20665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A3D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不能说 / 局限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37376" y="2377440"/>
            <a:ext cx="499262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单文档、小样本、高方差（覆盖率 0.55–0.81 跳）→ 幅度不强断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泛化未测（未做留出文档评估）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裁判未经人工校准；有测量口径背离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需多文档盲测 + 多 seed + CI 严格验证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425196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1C2740"/>
          </a:solidFill>
          <a:ln w="9525">
            <a:solidFill>
              <a:srgbClr val="2E3B5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42519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记忆能让 agent 越跑越好——但前提是回路里有判定源把「对错 / 该抽什么」喂进来。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42B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记忆负责捕获并复用反馈；它是好的载体，不是好的老师。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66928" y="61447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496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复现自 AWS 博客 · 对应 LangChain Level-4 爬山循环（需判定源指明上坡方向）。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7E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亚马逊云科技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6A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mazon Emb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2026-09-06T14:24:49Z</dcterms:created>
  <dcterms:modified xsi:type="dcterms:W3CDTF">2026-09-06T14:24:49Z</dcterms:modified>
</cp:coreProperties>
</file>