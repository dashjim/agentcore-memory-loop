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MEMORY · 一条有效的记忆回路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645920"/>
            <a:ext cx="10789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记忆能让 AI Agent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越跑越好吗？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33832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答案是能——本文用一条真实跑通的实现，讲清「怎样的记忆才有效」，并附上每一步的真实提示词。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85800" y="4023360"/>
            <a:ext cx="10149840" cy="1143000"/>
          </a:xfrm>
          <a:prstGeom prst="roundRect">
            <a:avLst>
              <a:gd name="adj" fmla="val 7200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23360"/>
            <a:ext cx="9692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关键前提：回路里要有一个判定源（判定对错 / 该抽什么的外部权威）。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42B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记忆是好的载体，不是好的老师。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复现自 AWS 博客《Self-learning evolvable agents … with AgentCore》 · us-west-2 · 场景：低温液氮储罐技术要求抽取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ANSWER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能，但记忆是「载体」，不是「老师」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记忆机制本身没问题——它把反馈搬到下一次运行。真正决定成败的，是记忆里存的内容质量，而那取决于回路里有没有判定源。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12331F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97510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有效 ✓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" y="228600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 judgment 反馈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68096" y="2688336"/>
            <a:ext cx="31181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大模型/人类对比目标产出的反馈写进记忆 → 下次注入 → 覆盖率 0.642 → 0.813，关键探针 1/7 → 7/7。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24528" y="182880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35181C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25696" y="197510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无效 ✗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425696" y="228600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存自省规则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4425696" y="2688336"/>
            <a:ext cx="31181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让模型对自己产出空想、蒸馏规则（无判定源）→ 关键探针纹丝不动 1/7，甚至因过度拆分帮倒忙。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882128" y="1828800"/>
            <a:ext cx="3749040" cy="1874520"/>
          </a:xfrm>
          <a:prstGeom prst="roundRect">
            <a:avLst>
              <a:gd name="adj" fmla="val 4390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83296" y="19751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机制相同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083296" y="228600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差别只在内容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8083296" y="2688336"/>
            <a:ext cx="33467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两者注入路径完全一样（都是记忆）。唯一变量是记忆里存什么——所以说记忆是载体不是老师。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3977640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977640"/>
            <a:ext cx="10698480" cy="146304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本文主要讲清那条有效的回路：抽取 → 大模型对比标准答案产出反馈 → 写进记忆 → 注入重抽。每一步都附真实提示词与真实产物。</a:t>
            </a:r>
            <a:endParaRPr lang="en-US" sz="15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失败的自省法作为对照，一页带过。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RECIPE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让记忆真正生效的四步回路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任务：从中文工业文档抽 设备主体·部件·指标名称·指标特征·原文，对比人工标注的标准答案（123 条）打分。下面这条回路把覆盖率从 0.642 拉到 0.813。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66928" y="2148840"/>
            <a:ext cx="1883664" cy="713232"/>
          </a:xfrm>
          <a:prstGeom prst="roundRect">
            <a:avLst>
              <a:gd name="adj" fmla="val 7692"/>
            </a:avLst>
          </a:prstGeom>
          <a:solidFill>
            <a:srgbClr val="1C2740"/>
          </a:solidFill>
          <a:ln w="12700">
            <a:solidFill>
              <a:srgbClr val="2E3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基线抽取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450592" y="2148840"/>
            <a:ext cx="3108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761488" y="2148840"/>
            <a:ext cx="1883664" cy="713232"/>
          </a:xfrm>
          <a:prstGeom prst="roundRect">
            <a:avLst>
              <a:gd name="adj" fmla="val 7692"/>
            </a:avLst>
          </a:prstGeom>
          <a:solidFill>
            <a:srgbClr val="1C2740"/>
          </a:solidFill>
          <a:ln w="12700">
            <a:solidFill>
              <a:srgbClr val="42B4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2B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大模型检查器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42B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对比标准答案产反馈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645152" y="2148840"/>
            <a:ext cx="3108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956048" y="2148840"/>
            <a:ext cx="1883664" cy="713232"/>
          </a:xfrm>
          <a:prstGeom prst="roundRect">
            <a:avLst>
              <a:gd name="adj" fmla="val 7692"/>
            </a:avLst>
          </a:prstGeom>
          <a:solidFill>
            <a:srgbClr val="2A2418"/>
          </a:solidFill>
          <a:ln w="12700">
            <a:solidFill>
              <a:srgbClr val="FF6A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6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写进记忆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39712" y="2148840"/>
            <a:ext cx="3108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150608" y="2148840"/>
            <a:ext cx="1883664" cy="713232"/>
          </a:xfrm>
          <a:prstGeom prst="roundRect">
            <a:avLst>
              <a:gd name="adj" fmla="val 7692"/>
            </a:avLst>
          </a:prstGeom>
          <a:solidFill>
            <a:srgbClr val="1C2740"/>
          </a:solidFill>
          <a:ln w="12700">
            <a:solidFill>
              <a:srgbClr val="2E3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注入重抽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034272" y="2148840"/>
            <a:ext cx="3108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45168" y="2148840"/>
            <a:ext cx="1883664" cy="713232"/>
          </a:xfrm>
          <a:prstGeom prst="roundRect">
            <a:avLst>
              <a:gd name="adj" fmla="val 7692"/>
            </a:avLst>
          </a:prstGeom>
          <a:solidFill>
            <a:srgbClr val="12331F"/>
          </a:solidFill>
          <a:ln w="12700">
            <a:solidFill>
              <a:srgbClr val="00E5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E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0.642 → 0.813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291840"/>
            <a:ext cx="2651760" cy="1691640"/>
          </a:xfrm>
          <a:prstGeom prst="roundRect">
            <a:avLst>
              <a:gd name="adj" fmla="val 4865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809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步骤①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68096" y="3749040"/>
            <a:ext cx="22494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先跑一遍基线抽取，看它漏了什么。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328416" y="3291840"/>
            <a:ext cx="2651760" cy="1691640"/>
          </a:xfrm>
          <a:prstGeom prst="roundRect">
            <a:avLst>
              <a:gd name="adj" fmla="val 4865"/>
            </a:avLst>
          </a:prstGeom>
          <a:solidFill>
            <a:srgbClr val="16233A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9584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步骤②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529584" y="3749040"/>
            <a:ext cx="22494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判定源在这里进入：大模型对比标准答案，产出可迁移反馈。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089904" y="3291840"/>
            <a:ext cx="2651760" cy="1691640"/>
          </a:xfrm>
          <a:prstGeom prst="roundRect">
            <a:avLst>
              <a:gd name="adj" fmla="val 4865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91072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步骤③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291072" y="3749040"/>
            <a:ext cx="22494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反馈作为记忆写入（事件存储），可复用。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51392" y="3291840"/>
            <a:ext cx="2779776" cy="1691640"/>
          </a:xfrm>
          <a:prstGeom prst="roundRect">
            <a:avLst>
              <a:gd name="adj" fmla="val 4865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052560" y="343814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步骤④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052560" y="3749040"/>
            <a:ext cx="23774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下一次抽取注入这条记忆，直接受益。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68580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2648" y="5120640"/>
            <a:ext cx="10698480" cy="68580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※ 标准答案只进步骤②的检查器，绝不进抽取器。后面 5–8 页逐步拆解，含真实提示词。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这就是真实 agent 回路：反馈（人类/大模型）→ 记忆捕获 → 下次更好。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KEY CONCEPT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判定源：整条回路的前提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判定源 = 能告诉 agent「对不对 / 该抽什么」的外部权威。核心：它提供的信息，从输入本身推不出来，必须外部给。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65960"/>
          <a:ext cx="5943600" cy="214884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判定源形式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告诉 agent 什么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标准答案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这篇「应该」抽出哪些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人类反馈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「这类也要抽」/「这条错了」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大模型对比标准答案 / 规范检查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按规范判对错、漏了哪类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下游验证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参数拿去用报错 → 抽错了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693408" y="1965960"/>
            <a:ext cx="4937760" cy="1024128"/>
          </a:xfrm>
          <a:prstGeom prst="roundRect">
            <a:avLst>
              <a:gd name="adj" fmla="val 8036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894576" y="2112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为什么非它不可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894576" y="242316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模型看着「外观颜色须与甲方确认」，光凭"原文+自己的输出"推不出"这句该成为一条记录"——这个信号藏在判定源里，不在输入里。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693408" y="3090672"/>
            <a:ext cx="4937760" cy="1024128"/>
          </a:xfrm>
          <a:prstGeom prst="roundRect">
            <a:avLst>
              <a:gd name="adj" fmla="val 8036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9457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894576" y="3547872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记忆不产生新知识，它只搬运。搬运什么，取决于回路里的判定源。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6928" y="43434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12648" y="4343400"/>
            <a:ext cx="10698480" cy="86868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这也解释了 AWS 博客那套 self-learning 为什么有效——它吃的是人类/下游反馈这个判定源，不是模型的自我空想。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标准答案只是其中一种；后三种在真实系统里很常见。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STEP ①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① 基线抽取：先看它漏了什么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用只含 schema + 红线的基线提示词跑一遍，暴露问题——这决定了步骤②要产出什么反馈。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911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基线抽取 system prompt（节选）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" y="2240280"/>
            <a:ext cx="4992624" cy="1545336"/>
          </a:xfrm>
          <a:prstGeom prst="roundRect">
            <a:avLst>
              <a:gd name="adj" fmla="val 5325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2240280"/>
            <a:ext cx="4791456" cy="154533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你是工业技术文档信息抽取助手。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针对每条技术要求抽一条记录，字段：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设备主体/设备部件/指标名称/指标特征/原文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红线：① 忠实抽取，绝不臆造；② 输出严格 JSON；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③ 不补单位；④ 不因格式跳过。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（内联自审；你看不到标准答案）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6208" y="178308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35181C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37376" y="1929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跑完发现：整类漏抽（约 3/4 是"真召回失败"）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37376" y="2240280"/>
            <a:ext cx="49926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外观颜色及喷涂 LOGO 须与甲方确认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真空度测量报告 / 真空度测量要求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外部油漆等工序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承制单位细化设计…提供全套地脚螺栓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都不是「指标+数值」，而是离散文字/流程/待确认类——schema 面向定量，模型以为不该抽。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14800"/>
          <a:ext cx="11064240" cy="777240"/>
        </p:xfrm>
        <a:graphic>
          <a:graphicData uri="http://schemas.openxmlformats.org/drawingml/2006/table">
            <a:tbl>
              <a:tblPr/>
              <a:tblGrid>
                <a:gridCol w="3931920"/>
                <a:gridCol w="1783080"/>
                <a:gridCol w="1783080"/>
                <a:gridCol w="1783080"/>
                <a:gridCol w="1783080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基线实测（标准答案 123 条）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抽取条数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真召回失败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离散文字探针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 schema+红线 提示词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0.642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6A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6A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/ 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离散文字探针 = 从漏项挑 7 个代表词（真空度测量/外观颜色/…），看抽出几个。基线只 1/7 → 步骤②的反馈就要专治这个。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STEP ②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② 大模型对比标准答案，产出反馈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让一个检查器读「抽取结果 + 标准答案」，产出可迁移的规则性反馈（不照抄答案）。标准答案只进这一步。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911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检查器 system prompt（真实原文）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" y="2240280"/>
            <a:ext cx="4992624" cy="1773936"/>
          </a:xfrm>
          <a:prstGeom prst="roundRect">
            <a:avLst>
              <a:gd name="adj" fmla="val 4639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2240280"/>
            <a:ext cx="4791456" cy="177393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你是抽取质检专家。给你【抽取结果】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和【标准答案】。对比两者，产出可迁移、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指导未来抽取的改进反馈（≤10 条）：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① 系统性漏抽的类别/类型；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② 粒度问题（过度拆分/该合并）；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③ 规则性、可复用的纠正指引。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不要逐条罗列答案——要给出下次能照做的规则。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6208" y="178308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37376" y="1911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它真实产出的反馈（节选·已脱敏）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37376" y="2240280"/>
            <a:ext cx="4992624" cy="1773936"/>
          </a:xfrm>
          <a:prstGeom prst="roundRect">
            <a:avLst>
              <a:gd name="adj" fmla="val 4639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47104" y="2240280"/>
            <a:ext cx="4791456" cy="177393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1. 无损检测(RT/PT/UT)整类缺失 → 须作为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独立条目抽取，勿因"过程要求"忽略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2. 制造/见证要求(合拢/压力试验须联系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甲方见证)漏抽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3. 计算/设计文件交付要求漏抽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4. 外观/标识/土建配合(外观颜色须与甲方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确认…)漏抽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9. 非定量/程序性要求也须抽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343400"/>
            <a:ext cx="11064240" cy="1005840"/>
          </a:xfrm>
          <a:prstGeom prst="roundRect">
            <a:avLst>
              <a:gd name="adj" fmla="val 8182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2648" y="4343400"/>
            <a:ext cx="10698480" cy="100584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关键：检查器看得到标准答案，所以能指出"整类漏了什么"——这正是判定源的信号。同样让 LLM 产出记忆，给不给标准答案就是有效与无效的分界（对照见第 9 页）。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交互式与固定提示词的自动检查器两种实例，结论一致。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STEP ③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③ 把反馈写进 AgentCore Memory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这条反馈作为记忆写入、可跨运行复用。用什么记忆、存成什么样，直接决定下一步的效果。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929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类型（怎么存）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" y="2240280"/>
            <a:ext cx="499262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AgentCore 自定义记忆当「事件存储」：create_event 写、list_events 精确即时读（不走 SEMANTIC/EPISODIC 异步策略——要可控、即时、可复现）。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存在固定分区 canon-{actorId}，每次更新追加一版、读取取最新版；注入时逐字拼进 system prompt 的"已积累经验"段。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36208" y="178308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37376" y="1911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记忆里存的内容（真实）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37376" y="2240280"/>
            <a:ext cx="4992624" cy="1728216"/>
          </a:xfrm>
          <a:prstGeom prst="roundRect">
            <a:avLst>
              <a:gd name="adj" fmla="val 4762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2240280"/>
            <a:ext cx="4791456" cy="172821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【质检反馈·务必逐条应用】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1. 非定量要求也要抽：定性/流程/报告/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待确认类 → 映射进 指标名称/特征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2. 覆盖易漏类别：真空度测量/无损检测/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环境/受压/阀门/管口/材料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3. 粒度对齐：默认一原文一记录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2648" y="4297680"/>
            <a:ext cx="10698480" cy="105156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对照坏例子：如果让模型自省自己的输出（无判定源），存进去的是"复合指标要拆分"这类通用文风规则——指不出漏了哪类，还诱发过度拆分。好记忆 = 指名道姓的、来自判定源的反馈。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记忆负责"捕获并复用"，不负责"产生"——产生要靠判定源。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STEP ④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④ 注入记忆重抽 —— 效果兑现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用基线提示词、注入这条记忆，重新抽一遍。之前"整类视而不见"的离散文字要求现在都抓到了。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911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注入前（基线漏掉）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" y="2240280"/>
            <a:ext cx="4992624" cy="768096"/>
          </a:xfrm>
          <a:prstGeom prst="roundRect">
            <a:avLst>
              <a:gd name="adj" fmla="val 10714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2240280"/>
            <a:ext cx="4791456" cy="7680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（无此条目——整类未抽）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「外观颜色及喷涂 LOGO 须与甲方确认」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6208" y="17830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37376" y="1911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注入后（真实抽出）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37376" y="2240280"/>
            <a:ext cx="4992624" cy="768096"/>
          </a:xfrm>
          <a:prstGeom prst="roundRect">
            <a:avLst>
              <a:gd name="adj" fmla="val 10714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47104" y="2240280"/>
            <a:ext cx="4791456" cy="7680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{"设备主体":"150m³液氮储罐",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"设备部件":"储罐整体",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"指标名称":"外观颜色与喷涂确认",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"指标特征":"须与甲方确认", …}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337560"/>
          <a:ext cx="11064240" cy="868680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289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　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真召回失败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离散文字探针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0.642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/ 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注入判定源反馈记忆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/ 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12648" y="4434840"/>
            <a:ext cx="10698480" cy="96012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两种实例一致：交互式 F1 0.813；固定提示词的自动检查器脚本 cov 0.789 / F1 0.833 / 探针 6/7——证明这条回路可 hands-off 自动跑。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+0.07 覆盖率其实低估了进步：真召回失败 27→2，残余多是粒度对齐问题，不再是召回失败。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CONTROL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对照：只让记忆「自省」，学不到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把步骤②③换成"让模型反思自己的输出、蒸馏成规则"（全程无标准答案），其余不变——这是最初的记忆设计。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214884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35181C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22951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无判定源 · 自省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" y="26060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关键探针纹丝不动 1/7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68096" y="3008376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模型只看自己的产出，没有信号告诉它「离散文字类也算数」。产出通用文风规则，碰不到真问题，还因过度拆分帮倒忙。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6208" y="214884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37376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决定性对照 · 同机制只变内容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37376" y="26974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6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自省规则（无判定源）　→　探针 1 / 7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0E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大模型反馈（有判定源）　→　探针 7 / 7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注入路径完全相同（都是记忆），唯一差别是内容有没有判定源。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0B122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2648" y="4297680"/>
            <a:ext cx="10698480" cy="105156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这就是全文的因果锚点：记忆机制一直是好的；能不能越跑越好，取决于记忆里存的是"判定源反馈"还是"无源自省"。（我们还修过一个评分 bug——V1 曾误以为记忆有效，详见 blog。）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无判定源也非全无用：靠对照原文的自我批评能救回 4–10 条源覆盖类漏项，但学不到"该抽什么"。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BEST PRACTICE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怎么用记忆，才能真的越跑越好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记忆负责「捕获并复用」反馈，反馈本身必须由判定源提供。落到工程上四条。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1965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2596896"/>
            <a:ext cx="475488" cy="475488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435608" y="211226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先确保回路里有判定源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35608" y="2441448"/>
            <a:ext cx="4389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没有"对错/目标"的外部信号，记忆再多也原地打转。判定源不必是完整标准答案——一次人类纠正、少量标注、带 rubric 的裁判都行。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6208" y="1965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37376" y="2596896"/>
            <a:ext cx="475488" cy="475488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104888" y="211226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存「具体批评」，别存「抽象规则」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104888" y="2441448"/>
            <a:ext cx="4389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"你漏了真空度测量这一段"有用；"复合指标要拆分"空洞，还诱发过度拆分反噬。记忆要对照答案/原文，指名道姓。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4517136"/>
            <a:ext cx="475488" cy="475488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435608" y="403250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判定源可以只用一次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435608" y="4361688"/>
            <a:ext cx="4389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用少量标准答案做一次检查、把结论沉淀成可复用记忆，之后无标注地跑。用少量监督撬动长期收益，最划算。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36208" y="38862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37376" y="4517136"/>
            <a:ext cx="475488" cy="475488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7104888" y="403250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分清想学哪类教训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104888" y="4361688"/>
            <a:ext cx="4389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任务规格类必须判定源；源覆盖 / 一致性类对照原文即可，无判定源也能学一点（天花板低）。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记忆是好的载体，不是好的老师。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DATA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四种回路放同一把尺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看离散文字探针这一列就够——它是"任务规格类教训"的探针：只有引入判定源，才从 1/7 跳到 7/7。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2286000"/>
        </p:xfrm>
        <a:graphic>
          <a:graphicData uri="http://schemas.openxmlformats.org/drawingml/2006/table">
            <a:tbl>
              <a:tblPr/>
              <a:tblGrid>
                <a:gridCol w="2651760"/>
                <a:gridCol w="2103120"/>
                <a:gridCol w="1188720"/>
                <a:gridCol w="1188720"/>
                <a:gridCol w="10058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教训来源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教训放哪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真召回失败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离散文字探针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基线（无记忆）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0.642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自省记忆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自省·无判定源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18*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6A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提示词优化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对比标准答案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提示词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0.715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0.707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7/7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7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判定源反馈记忆·交互式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对比标准答案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7/7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判定源反馈记忆·自动脚本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对比标准答案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0.789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0.833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6/7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66928" y="422452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4370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读法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8096" y="4681728"/>
            <a:ext cx="499262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*自省记忆真召回失败=18 低于基线 27 是过度拆分噪声；探针 1/7 才是真相——真正该学的一条没学会。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36208" y="422452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37376" y="4370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437376" y="4681728"/>
            <a:ext cx="499262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同一记忆机制，把内容从「无判定源自省」换成「有判定源反馈」，探针 1/7 → 7/7。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脚本见仓库 dashjim/agentcore-memory-loop（db 已 gitignore）。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3840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LIMITS &amp; TAKEAWAY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365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能说什么，不能说什么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0424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结论方向可信，但边界要讲清——这也是「诚实实验」的一部分。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19202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12331F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20665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能说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926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记忆注入机制有效（这条回路证明）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瓶颈是记忆内容质量，取决于判定源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标准答案 / 人类 / 大模型反馈都能兑现增益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提示词 / schema 是漏抽的真因，改得动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36208" y="19202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37376" y="20665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不能说 / 局限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37376" y="2377440"/>
            <a:ext cx="49926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单文档、小样本、高方差（覆盖率 0.55–0.81 跳）→ 幅度不强断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泛化未测（未做留出文档评估）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裁判未经人工校准；有测量口径背离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V1 曾因评分 bug 误判，已修正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5196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1C2740"/>
          </a:solidFill>
          <a:ln w="9525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51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记忆能让 agent 越跑越好——但前提是回路里有判定源把「对错 / 该抽什么」喂进来。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42B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记忆负责捕获并复用反馈；它是好的载体，不是好的老师。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66928" y="614476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复现自 AWS 博客 · 对应 LangChain Level-4 爬山循环（需判定源指明上坡方向）。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66928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mazon Emb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2026-09-06T14:45:53Z</dcterms:created>
  <dcterms:modified xsi:type="dcterms:W3CDTF">2026-09-06T14:45:53Z</dcterms:modified>
</cp:coreProperties>
</file>